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rial Narrow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gFNgY25H/Q4UFDw1ENS8cme/Cj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alNarrow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alNarrow-italic.fntdata"/><Relationship Id="rId6" Type="http://schemas.openxmlformats.org/officeDocument/2006/relationships/slide" Target="slides/slide1.xml"/><Relationship Id="rId18" Type="http://schemas.openxmlformats.org/officeDocument/2006/relationships/font" Target="fonts/ArialNarr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1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2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8" name="Google Shape;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b="0" i="0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.jp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jp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2.jpg"/><Relationship Id="rId6" Type="http://schemas.openxmlformats.org/officeDocument/2006/relationships/image" Target="../media/image3.png"/><Relationship Id="rId7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/>
        </p:nvSpPr>
        <p:spPr>
          <a:xfrm>
            <a:off x="1223170" y="757244"/>
            <a:ext cx="65932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lang="es-ES" sz="5400">
                <a:solidFill>
                  <a:srgbClr val="FFFFFF"/>
                </a:solidFill>
              </a:rPr>
              <a:t>EduPets</a:t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1397628" y="3879947"/>
            <a:ext cx="681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Institución Educativa</a:t>
            </a:r>
            <a:r>
              <a:rPr b="1" lang="es-ES" sz="1200">
                <a:solidFill>
                  <a:srgbClr val="FFFFFF"/>
                </a:solidFill>
              </a:rPr>
              <a:t>: Javiera Londoño</a:t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Programa de formación</a:t>
            </a:r>
            <a:r>
              <a:rPr b="1" lang="es-ES" sz="1200">
                <a:solidFill>
                  <a:srgbClr val="FFFFFF"/>
                </a:solidFill>
              </a:rPr>
              <a:t>: Desarrollo De Software</a:t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Grado: 11°3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1"/>
          <p:cNvPicPr preferRelativeResize="0"/>
          <p:nvPr/>
        </p:nvPicPr>
        <p:blipFill rotWithShape="1">
          <a:blip r:embed="rId4">
            <a:alphaModFix/>
          </a:blip>
          <a:srcRect b="17892" l="75951" r="0" t="14425"/>
          <a:stretch/>
        </p:blipFill>
        <p:spPr>
          <a:xfrm>
            <a:off x="6357261" y="371753"/>
            <a:ext cx="2569028" cy="130882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4659086" y="3479837"/>
            <a:ext cx="3087286" cy="40011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Formar- Servir - Cuidar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3500275" y="1601875"/>
            <a:ext cx="2397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Matías Cardona Cañas</a:t>
            </a:r>
            <a:endParaRPr b="1" sz="15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Samuel Díaz Sánchez</a:t>
            </a:r>
            <a:endParaRPr b="1" sz="15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Samuel Aron Montañez</a:t>
            </a:r>
            <a:endParaRPr b="1" sz="15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Sebastian Alexis Moreno</a:t>
            </a:r>
            <a:endParaRPr b="1" sz="15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Samuel Duque Correa</a:t>
            </a:r>
            <a:endParaRPr b="1" sz="15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Lyam Samuel Cardona</a:t>
            </a:r>
            <a:endParaRPr b="1" sz="15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/>
        </p:nvSpPr>
        <p:spPr>
          <a:xfrm>
            <a:off x="3825657" y="3294894"/>
            <a:ext cx="4832569" cy="15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DE PROPUESTA PROYECTO INTEGRADOR DE AULA -PIA-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2"/>
          <p:cNvPicPr preferRelativeResize="0"/>
          <p:nvPr/>
        </p:nvPicPr>
        <p:blipFill rotWithShape="1">
          <a:blip r:embed="rId4">
            <a:alphaModFix/>
          </a:blip>
          <a:srcRect b="17892" l="75951" r="0" t="14425"/>
          <a:stretch/>
        </p:blipFill>
        <p:spPr>
          <a:xfrm>
            <a:off x="4851921" y="968912"/>
            <a:ext cx="3085319" cy="1569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 txBox="1"/>
          <p:nvPr/>
        </p:nvSpPr>
        <p:spPr>
          <a:xfrm>
            <a:off x="1479950" y="98432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PROBLEMA O 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 b="1" i="0" sz="34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 txBox="1"/>
          <p:nvPr/>
        </p:nvSpPr>
        <p:spPr>
          <a:xfrm>
            <a:off x="1044666" y="1940597"/>
            <a:ext cx="70548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highlight>
                  <a:schemeClr val="lt1"/>
                </a:highlight>
              </a:rPr>
              <a:t>El desafío que queremos abordar</a:t>
            </a:r>
            <a:r>
              <a:rPr lang="es-ES" sz="2000">
                <a:highlight>
                  <a:schemeClr val="lt1"/>
                </a:highlight>
              </a:rPr>
              <a:t> es</a:t>
            </a:r>
            <a:r>
              <a:rPr lang="es-ES" sz="2000">
                <a:highlight>
                  <a:schemeClr val="lt1"/>
                </a:highlight>
              </a:rPr>
              <a:t> la dificultad que enfrentan los niños de primaria que padecen TDAH u otros problemas cognitivos. Estas dificultades, como los problemas de atención y concentración, les obstaculizan la creación de relaciones con sus compañeros y afectan su desarrollo académico.</a:t>
            </a:r>
            <a:endParaRPr sz="18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3"/>
          <p:cNvPicPr preferRelativeResize="0"/>
          <p:nvPr/>
        </p:nvPicPr>
        <p:blipFill rotWithShape="1">
          <a:blip r:embed="rId6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4450499" y="2958005"/>
            <a:ext cx="1403700" cy="1403700"/>
          </a:xfrm>
          <a:prstGeom prst="ellipse">
            <a:avLst/>
          </a:prstGeom>
          <a:solidFill>
            <a:srgbClr val="01B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925" y="1055400"/>
            <a:ext cx="1293851" cy="12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4150" y="3924100"/>
            <a:ext cx="69672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 txBox="1"/>
          <p:nvPr/>
        </p:nvSpPr>
        <p:spPr>
          <a:xfrm>
            <a:off x="832600" y="713988"/>
            <a:ext cx="3810000" cy="144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MARCO TEÓRICO Y ESTADO 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Y ESTADO DEL ARTE</a:t>
            </a:r>
            <a:endParaRPr/>
          </a:p>
        </p:txBody>
      </p:sp>
      <p:cxnSp>
        <p:nvCxnSpPr>
          <p:cNvPr id="53" name="Google Shape;53;p4"/>
          <p:cNvCxnSpPr/>
          <p:nvPr/>
        </p:nvCxnSpPr>
        <p:spPr>
          <a:xfrm>
            <a:off x="793450" y="2403750"/>
            <a:ext cx="3571500" cy="0"/>
          </a:xfrm>
          <a:prstGeom prst="straightConnector1">
            <a:avLst/>
          </a:prstGeom>
          <a:noFill/>
          <a:ln cap="flat" cmpd="sng" w="9525">
            <a:solidFill>
              <a:srgbClr val="01B3C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4" name="Google Shape;54;p4"/>
          <p:cNvSpPr txBox="1"/>
          <p:nvPr/>
        </p:nvSpPr>
        <p:spPr>
          <a:xfrm>
            <a:off x="411400" y="2156100"/>
            <a:ext cx="4335600" cy="26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7659"/>
              <a:buFont typeface="Arial"/>
              <a:buNone/>
            </a:pPr>
            <a:r>
              <a:rPr lang="es-ES" sz="6508">
                <a:latin typeface="Calibri"/>
                <a:ea typeface="Calibri"/>
                <a:cs typeface="Calibri"/>
                <a:sym typeface="Calibri"/>
              </a:rPr>
              <a:t>Los niños pequeños normalmente no realizan actividades de repaso continuamente de una forma autónoma ya que prefieren divertirse realizando otras actividades y es por esto que las aplicaciones que logran llegar a formar un método de aprendizaje breve y conciso que logre mantener a los usuarios al tanto de su avance son las que normalmente llega a triunfar y uno de los mayores exponentes es Duolingo quien es una aplicación que realiza distintos test enfocados en el aprendizaje de idiomas y esta es una de las mayores inspiraciones para el proyecto EduPet</a:t>
            </a:r>
            <a:endParaRPr b="1" sz="6508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882"/>
              <a:buFont typeface="Arial"/>
              <a:buNone/>
            </a:pPr>
            <a:r>
              <a:t/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4"/>
          <p:cNvPicPr preferRelativeResize="0"/>
          <p:nvPr/>
        </p:nvPicPr>
        <p:blipFill rotWithShape="1">
          <a:blip r:embed="rId6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0749" y="1292975"/>
            <a:ext cx="2631100" cy="263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OBJETIVOS D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EL PROYECTO</a:t>
            </a:r>
            <a:endParaRPr/>
          </a:p>
        </p:txBody>
      </p:sp>
      <p:pic>
        <p:nvPicPr>
          <p:cNvPr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 txBox="1"/>
          <p:nvPr/>
        </p:nvSpPr>
        <p:spPr>
          <a:xfrm>
            <a:off x="421475" y="1213700"/>
            <a:ext cx="7971300" cy="3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4737"/>
              <a:buFont typeface="Arial"/>
              <a:buNone/>
            </a:pPr>
            <a:r>
              <a:rPr b="1" i="1" lang="es-ES" sz="1900">
                <a:latin typeface="Arial Narrow"/>
                <a:ea typeface="Arial Narrow"/>
                <a:cs typeface="Arial Narrow"/>
                <a:sym typeface="Arial Narrow"/>
              </a:rPr>
              <a:t>Objetivos del proyecto:</a:t>
            </a:r>
            <a:r>
              <a:rPr i="1" lang="es-ES" sz="1800">
                <a:latin typeface="Arial Narrow"/>
                <a:ea typeface="Arial Narrow"/>
                <a:cs typeface="Arial Narrow"/>
                <a:sym typeface="Arial Narrow"/>
              </a:rPr>
              <a:t> Mejorar el aprendizaje de los niños de una forma lúdica mediante la cual ellos se diviertan y aprendan sobre la materia de matemáticas a la vez que mientras aprenden cuidan de una mascota virtual la cual para sobrevivir requiere que el usuario desarrolle ciertos test o juegos los cuales requerirían concentración y lógica. La plataforma contará con una mascota y test o juegos enfocados en las matemáticas.</a:t>
            </a:r>
            <a:endParaRPr i="1" sz="18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i="1" sz="18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4737"/>
              <a:buFont typeface="Arial"/>
              <a:buNone/>
            </a:pPr>
            <a:r>
              <a:rPr b="1" i="1" lang="es-ES" sz="1900">
                <a:latin typeface="Arial Narrow"/>
                <a:ea typeface="Arial Narrow"/>
                <a:cs typeface="Arial Narrow"/>
                <a:sym typeface="Arial Narrow"/>
              </a:rPr>
              <a:t>Objetivos Generales:</a:t>
            </a:r>
            <a:r>
              <a:rPr i="1" lang="es-ES" sz="1800">
                <a:latin typeface="Arial Narrow"/>
                <a:ea typeface="Arial Narrow"/>
                <a:cs typeface="Arial Narrow"/>
                <a:sym typeface="Arial Narrow"/>
              </a:rPr>
              <a:t>EduPet es una plataforma que ayuda a niños con TDAH y trastornos cognitivos a aprender cuidando una mascota virtual. A través de juegos y actividades educativas, los niños resuelven problemas de matematicas para ganar recompensas y mejorar su mascota.</a:t>
            </a:r>
            <a:endParaRPr i="1" sz="18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i="1" sz="18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4737"/>
              <a:buFont typeface="Arial"/>
              <a:buNone/>
            </a:pPr>
            <a:r>
              <a:rPr b="1" i="1" lang="es-ES" sz="1900">
                <a:latin typeface="Arial Narrow"/>
                <a:ea typeface="Arial Narrow"/>
                <a:cs typeface="Arial Narrow"/>
                <a:sym typeface="Arial Narrow"/>
              </a:rPr>
              <a:t>Objetivos Específicos:</a:t>
            </a:r>
            <a:r>
              <a:rPr i="1" lang="es-ES" sz="1800">
                <a:latin typeface="Arial Narrow"/>
                <a:ea typeface="Arial Narrow"/>
                <a:cs typeface="Arial Narrow"/>
                <a:sym typeface="Arial Narrow"/>
              </a:rPr>
              <a:t> este proyecto busca ser una herramienta inclusiva que responda a las necesidades reales de quienes enfrentan el TDAH, proporcionando recursos adaptados que les permitan aprender a su ritmo, superar obstáculos académicos, y desarrollar habilidades que los acompañen a lo largo de su vida personal y profesional. La meta final es ofrecer un apoyo integral que mejore el rendimiento académico</a:t>
            </a:r>
            <a:endParaRPr i="1" sz="18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8750"/>
              <a:buFont typeface="Arial"/>
              <a:buNone/>
            </a:pPr>
            <a:r>
              <a:t/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5" name="Google Shape;65;p5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METODO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LOGÍA</a:t>
            </a:r>
            <a:endParaRPr/>
          </a:p>
        </p:txBody>
      </p:sp>
      <p:pic>
        <p:nvPicPr>
          <p:cNvPr id="72" name="Google Shape;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 txBox="1"/>
          <p:nvPr/>
        </p:nvSpPr>
        <p:spPr>
          <a:xfrm>
            <a:off x="860825" y="1563750"/>
            <a:ext cx="74223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/>
              <a:t>Para el desarrollo de EduPet se adoptará una metodología constructiva con un enfoque lúdico. De esta manera, los niños podrán construir su aprendizaje a través de la exploración, la interacción y la experiencia que les brinda una mascota virtual.</a:t>
            </a:r>
            <a:endParaRPr sz="18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/>
              <a:t>La página acompañará al niño de manera progresiva a través de diversas actividades matemáticas. A medida que avanza, la mascota expresará diferentes necesidades, como hambre, sueño o deseos de aprender, las cuales solo podrán ser satisfechas al completar las actividades educativas propuestas en la pagina.</a:t>
            </a:r>
            <a:endParaRPr sz="18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/>
              <a:t>Así, se promueve el aprendizaje mediante el descubrimiento, la repetición positiva y la motivación intrínseca. </a:t>
            </a:r>
            <a:endParaRPr sz="18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6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8187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 txBox="1"/>
          <p:nvPr/>
        </p:nvSpPr>
        <p:spPr>
          <a:xfrm>
            <a:off x="1451762" y="668421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RESULTADOS Y PRODU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CTOS ESPERADOS</a:t>
            </a:r>
            <a:endParaRPr/>
          </a:p>
        </p:txBody>
      </p:sp>
      <p:pic>
        <p:nvPicPr>
          <p:cNvPr id="81" name="Google Shape;8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 txBox="1"/>
          <p:nvPr/>
        </p:nvSpPr>
        <p:spPr>
          <a:xfrm>
            <a:off x="725450" y="1273122"/>
            <a:ext cx="7451700" cy="3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s-ES" sz="1500"/>
              <a:t>Con nuestro proyecto, esperamos que EduPets alcance un gran número de usuarios que tengan el propósito de aprender fuera del aula.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s-ES" sz="1500"/>
              <a:t>Hacer que el salón de clases no sea la única manera en la que un niño puede adoptar un aprendizaje.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s-ES" sz="1500"/>
              <a:t>Tratar de impulsar el enriquecimiento de conocimiento por cuenta propia o de forma individual.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s-ES" sz="1500"/>
              <a:t>Que sea una página web la cual sea utilizada a nivel regional para educar a los niños en Colombia.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s-ES" sz="1500"/>
              <a:t>Un producto con los menores errores posibles y cumplir con las expectativas de los usuarios.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7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8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CRONO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GRAMA</a:t>
            </a:r>
            <a:endParaRPr b="1" i="0" sz="28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"/>
          <p:cNvSpPr txBox="1"/>
          <p:nvPr/>
        </p:nvSpPr>
        <p:spPr>
          <a:xfrm>
            <a:off x="725459" y="1895874"/>
            <a:ext cx="742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8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8" y="1172175"/>
            <a:ext cx="9138235" cy="39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9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BIBLIO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GRAFÍA</a:t>
            </a:r>
            <a:endParaRPr b="1" i="0" sz="28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 txBox="1"/>
          <p:nvPr/>
        </p:nvSpPr>
        <p:spPr>
          <a:xfrm>
            <a:off x="725459" y="1895874"/>
            <a:ext cx="7422356" cy="98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Presentación de las fuentes bibliográficas que sirvieron de apoyo para la construcción y desarrollo de la propuesta (mínimo 5 referencias). Utilizar formato APA.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9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/>
        </p:nvSpPr>
        <p:spPr>
          <a:xfrm>
            <a:off x="4768525" y="2956222"/>
            <a:ext cx="1293300" cy="1293300"/>
          </a:xfrm>
          <a:prstGeom prst="ellipse">
            <a:avLst/>
          </a:prstGeom>
          <a:solidFill>
            <a:srgbClr val="ACE5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7946" y="1154050"/>
            <a:ext cx="3643028" cy="302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0"/>
          <p:cNvPicPr preferRelativeResize="0"/>
          <p:nvPr/>
        </p:nvPicPr>
        <p:blipFill rotWithShape="1">
          <a:blip r:embed="rId5">
            <a:alphaModFix/>
          </a:blip>
          <a:srcRect b="12336" l="9033" r="0" t="9934"/>
          <a:stretch/>
        </p:blipFill>
        <p:spPr>
          <a:xfrm>
            <a:off x="5381885" y="1488969"/>
            <a:ext cx="2975078" cy="169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10194" y="3867257"/>
            <a:ext cx="826981" cy="12823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0"/>
          <p:cNvSpPr txBox="1"/>
          <p:nvPr/>
        </p:nvSpPr>
        <p:spPr>
          <a:xfrm>
            <a:off x="678450" y="806098"/>
            <a:ext cx="3810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INTEGRANTES DEL GRUPO</a:t>
            </a:r>
            <a:endParaRPr b="1" i="0" sz="34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 txBox="1"/>
          <p:nvPr/>
        </p:nvSpPr>
        <p:spPr>
          <a:xfrm>
            <a:off x="762000" y="2026375"/>
            <a:ext cx="3810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Samuel Díaz Sánchez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Lyam Samuel Cardona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Samuel Aron Montañez Sánchez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Juan Esteban García Pérez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Samuel Duque Correa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Sebastián Alexis Moreno Jaramillo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Matías Cardona Cañas</a:t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882375" y="3873925"/>
            <a:ext cx="8661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E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0"/>
          <p:cNvPicPr preferRelativeResize="0"/>
          <p:nvPr/>
        </p:nvPicPr>
        <p:blipFill rotWithShape="1">
          <a:blip r:embed="rId7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1"/>
          <p:cNvPicPr preferRelativeResize="0"/>
          <p:nvPr/>
        </p:nvPicPr>
        <p:blipFill rotWithShape="1">
          <a:blip r:embed="rId4">
            <a:alphaModFix/>
          </a:blip>
          <a:srcRect b="17892" l="75951" r="0" t="14425"/>
          <a:stretch/>
        </p:blipFill>
        <p:spPr>
          <a:xfrm>
            <a:off x="7595116" y="106759"/>
            <a:ext cx="1331171" cy="71433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1"/>
          <p:cNvSpPr txBox="1"/>
          <p:nvPr/>
        </p:nvSpPr>
        <p:spPr>
          <a:xfrm>
            <a:off x="1822580" y="3293225"/>
            <a:ext cx="3087286" cy="40011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Formar- Servir - Cuidar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15583"/>
      </a:dk1>
      <a:lt1>
        <a:srgbClr val="FFFFFF"/>
      </a:lt1>
      <a:dk2>
        <a:srgbClr val="434343"/>
      </a:dk2>
      <a:lt2>
        <a:srgbClr val="EEEEEE"/>
      </a:lt2>
      <a:accent1>
        <a:srgbClr val="05ADBC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Natalia Andrea Saldarriaga</dc:creator>
</cp:coreProperties>
</file>